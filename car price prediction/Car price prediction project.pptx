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3" r:id="rId1"/>
  </p:sldMasterIdLst>
  <p:sldIdLst>
    <p:sldId id="256" r:id="rId2"/>
    <p:sldId id="257"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884313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96DFF08F-DC6B-4601-B491-B0F83F6DD2DA}" type="datetimeFigureOut">
              <a:rPr lang="en-US" smtClean="0"/>
              <a:t>3/31/2022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50660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3/31/2022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7151977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t>3/31/2022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88576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3/31/2022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127734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96DFF08F-DC6B-4601-B491-B0F83F6DD2DA}" type="datetimeFigureOut">
              <a:rPr lang="en-US" smtClean="0"/>
              <a:t>3/31/2022</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33910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96DFF08F-DC6B-4601-B491-B0F83F6DD2DA}" type="datetimeFigureOut">
              <a:rPr lang="en-US" smtClean="0"/>
              <a:t>3/31/2022</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428316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6DFF08F-DC6B-4601-B491-B0F83F6DD2DA}" type="datetimeFigureOut">
              <a:rPr lang="en-US" smtClean="0"/>
              <a:t>3/31/2022</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058143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3/31/2022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727279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pPr/>
              <a:t>3/31/2022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458326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3/31/2022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57812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3/31/2022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980362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3/31/2022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9395865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6DFF08F-DC6B-4601-B491-B0F83F6DD2DA}" type="datetimeFigureOut">
              <a:rPr lang="en-US" smtClean="0"/>
              <a:pPr/>
              <a:t>3/31/2022</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1177232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96DFF08F-DC6B-4601-B491-B0F83F6DD2DA}" type="datetimeFigureOut">
              <a:rPr lang="en-US" smtClean="0"/>
              <a:pPr/>
              <a:t>3/31/2022</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187723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5973688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3/31/2022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831175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96DFF08F-DC6B-4601-B491-B0F83F6DD2DA}" type="datetimeFigureOut">
              <a:rPr lang="en-US" smtClean="0"/>
              <a:pPr/>
              <a:t>3/31/2022</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17110269"/>
      </p:ext>
    </p:extLst>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C02BEF-A9FA-4452-8E26-C6C4A640B79D}"/>
              </a:ext>
            </a:extLst>
          </p:cNvPr>
          <p:cNvSpPr>
            <a:spLocks noGrp="1"/>
          </p:cNvSpPr>
          <p:nvPr>
            <p:ph type="title"/>
          </p:nvPr>
        </p:nvSpPr>
        <p:spPr/>
        <p:txBody>
          <a:bodyPr/>
          <a:lstStyle/>
          <a:p>
            <a:r>
              <a:rPr lang="en-US" dirty="0"/>
              <a:t>Car price prediction project</a:t>
            </a:r>
            <a:endParaRPr lang="en-IN" dirty="0"/>
          </a:p>
        </p:txBody>
      </p:sp>
      <p:sp>
        <p:nvSpPr>
          <p:cNvPr id="5" name="Content Placeholder 4">
            <a:extLst>
              <a:ext uri="{FF2B5EF4-FFF2-40B4-BE49-F238E27FC236}">
                <a16:creationId xmlns:a16="http://schemas.microsoft.com/office/drawing/2014/main" id="{3F34095E-7DB7-441C-A7AB-6D7591CCF4AF}"/>
              </a:ext>
            </a:extLst>
          </p:cNvPr>
          <p:cNvSpPr>
            <a:spLocks noGrp="1"/>
          </p:cNvSpPr>
          <p:nvPr>
            <p:ph idx="1"/>
          </p:nvPr>
        </p:nvSpPr>
        <p:spPr/>
        <p:txBody>
          <a:bodyPr>
            <a:normAutofit fontScale="40000" lnSpcReduction="20000"/>
          </a:bodyPr>
          <a:lstStyle/>
          <a:p>
            <a:r>
              <a:rPr lang="en-US" b="1" i="1" u="sng" dirty="0"/>
              <a:t>Problem statement:-</a:t>
            </a:r>
          </a:p>
          <a:p>
            <a:pPr marL="0" indent="0" algn="l">
              <a:buNone/>
            </a:pPr>
            <a:r>
              <a:rPr lang="en-US" b="0" i="0" dirty="0">
                <a:effectLst/>
                <a:latin typeface="Helvetica Neue"/>
              </a:rPr>
              <a:t>With the covid 19 impact in the market, we have seen lot of changes in the car market. Now some cars are in demand hence making them costly and some are not in demand hence cheaper. One of our clients works with small traders, who sell used cars. With the change in market due to covid 19 impact, our client is facing problems with their previous car price valuation machine learning models. So, they are looking for new machine learning models from new data. We have to make car price valuation model. This project contains two phase</a:t>
            </a:r>
          </a:p>
          <a:p>
            <a:pPr marL="0" indent="0" algn="l">
              <a:buNone/>
            </a:pPr>
            <a:r>
              <a:rPr lang="en-US" b="1" i="1" u="sng" dirty="0">
                <a:effectLst/>
                <a:latin typeface="Helvetica Neue"/>
              </a:rPr>
              <a:t>Data Collection Phase</a:t>
            </a:r>
          </a:p>
          <a:p>
            <a:pPr marL="0" indent="0" algn="l">
              <a:buNone/>
            </a:pPr>
            <a:r>
              <a:rPr lang="en-US" b="0" i="0" dirty="0">
                <a:effectLst/>
                <a:latin typeface="Helvetica Neue"/>
              </a:rPr>
              <a:t>You have to scrape at least 5000 used cars data. You can scrape more data as well, it’s up to you. more the data better the model</a:t>
            </a:r>
          </a:p>
          <a:p>
            <a:pPr marL="0" indent="0" algn="l">
              <a:buNone/>
            </a:pPr>
            <a:r>
              <a:rPr lang="en-US" b="0" i="0" dirty="0">
                <a:effectLst/>
                <a:latin typeface="Helvetica Neue"/>
              </a:rPr>
              <a:t>In this section You need to scrape the data of used cars from websites (</a:t>
            </a:r>
            <a:r>
              <a:rPr lang="en-US" b="0" i="0" dirty="0" err="1">
                <a:effectLst/>
                <a:latin typeface="Helvetica Neue"/>
              </a:rPr>
              <a:t>Olx</a:t>
            </a:r>
            <a:r>
              <a:rPr lang="en-US" b="0" i="0" dirty="0">
                <a:effectLst/>
                <a:latin typeface="Helvetica Neue"/>
              </a:rPr>
              <a:t>, </a:t>
            </a:r>
            <a:r>
              <a:rPr lang="en-US" b="0" i="0" dirty="0" err="1">
                <a:effectLst/>
                <a:latin typeface="Helvetica Neue"/>
              </a:rPr>
              <a:t>cardekho</a:t>
            </a:r>
            <a:r>
              <a:rPr lang="en-US" b="0" i="0" dirty="0">
                <a:effectLst/>
                <a:latin typeface="Helvetica Neue"/>
              </a:rPr>
              <a:t>, Cars24 etc.) You need web scraping for this. You have to fetch data for different locations. The number of columns for data doesn’t have limit, it’s up to you and your creativity. Generally, these columns are Brand, model, variant, manufacturing year, driven kilometers, fuel, number of owners, location and at last target variable Price of the car. This data is to give you a hint about important variables in used car model. You can make changes to it, you can add or you can remove some columns, it completely depends on the website from which you are fetching the data. Try to include all types of cars in your data for example- SUV, Sedans, Coupe, minivan, Hatchback.</a:t>
            </a:r>
          </a:p>
          <a:p>
            <a:pPr marL="0" indent="0" algn="l">
              <a:buNone/>
            </a:pPr>
            <a:r>
              <a:rPr lang="en-US" b="0" i="0" dirty="0">
                <a:effectLst/>
                <a:latin typeface="Helvetica Neue"/>
              </a:rPr>
              <a:t>Note – The data which you are collecting is important to us. Kindly don’t share it on any public platforms.</a:t>
            </a:r>
          </a:p>
          <a:p>
            <a:pPr marL="0" indent="0" algn="l">
              <a:buNone/>
            </a:pPr>
            <a:r>
              <a:rPr lang="en-US" b="1" i="1" u="sng" dirty="0">
                <a:effectLst/>
                <a:latin typeface="Helvetica Neue"/>
              </a:rPr>
              <a:t>Model Building Phase</a:t>
            </a:r>
          </a:p>
          <a:p>
            <a:pPr marL="0" indent="0" algn="l">
              <a:buNone/>
            </a:pPr>
            <a:r>
              <a:rPr lang="en-US" b="0" i="0" dirty="0">
                <a:effectLst/>
                <a:latin typeface="Helvetica Neue"/>
              </a:rPr>
              <a:t>After collecting the data, you need to build a machine learning model. Before model building do all data pre-processing steps. Try different models with different hyper parameters and select the best model.</a:t>
            </a:r>
          </a:p>
          <a:p>
            <a:pPr marL="0" indent="0" algn="l">
              <a:buNone/>
            </a:pPr>
            <a:r>
              <a:rPr lang="en-US" b="0" i="0" dirty="0">
                <a:effectLst/>
                <a:latin typeface="Helvetica Neue"/>
              </a:rPr>
              <a:t>Follow the complete life cycle of data science. Include all the steps like.</a:t>
            </a:r>
          </a:p>
          <a:p>
            <a:pPr algn="l">
              <a:buFont typeface="+mj-lt"/>
              <a:buAutoNum type="arabicPeriod"/>
            </a:pPr>
            <a:r>
              <a:rPr lang="en-US" b="0" i="0" dirty="0">
                <a:effectLst/>
                <a:latin typeface="Helvetica Neue"/>
              </a:rPr>
              <a:t>Data Cleaning</a:t>
            </a:r>
          </a:p>
          <a:p>
            <a:pPr algn="l">
              <a:buFont typeface="+mj-lt"/>
              <a:buAutoNum type="arabicPeriod"/>
            </a:pPr>
            <a:r>
              <a:rPr lang="en-US" b="0" i="0" dirty="0">
                <a:effectLst/>
                <a:latin typeface="Helvetica Neue"/>
              </a:rPr>
              <a:t>Exploratory Data Analysis</a:t>
            </a:r>
          </a:p>
          <a:p>
            <a:pPr algn="l">
              <a:buFont typeface="+mj-lt"/>
              <a:buAutoNum type="arabicPeriod"/>
            </a:pPr>
            <a:r>
              <a:rPr lang="en-US" b="0" i="0" dirty="0">
                <a:effectLst/>
                <a:latin typeface="Helvetica Neue"/>
              </a:rPr>
              <a:t>Data Pre-processing</a:t>
            </a:r>
          </a:p>
          <a:p>
            <a:pPr algn="l">
              <a:buFont typeface="+mj-lt"/>
              <a:buAutoNum type="arabicPeriod"/>
            </a:pPr>
            <a:r>
              <a:rPr lang="en-US" b="0" i="0" dirty="0">
                <a:effectLst/>
                <a:latin typeface="Helvetica Neue"/>
              </a:rPr>
              <a:t>Model Building</a:t>
            </a:r>
          </a:p>
          <a:p>
            <a:pPr algn="l">
              <a:buFont typeface="+mj-lt"/>
              <a:buAutoNum type="arabicPeriod"/>
            </a:pPr>
            <a:r>
              <a:rPr lang="en-US" b="0" i="0" dirty="0">
                <a:effectLst/>
                <a:latin typeface="Helvetica Neue"/>
              </a:rPr>
              <a:t>Model Evaluation</a:t>
            </a:r>
          </a:p>
          <a:p>
            <a:pPr algn="l">
              <a:buFont typeface="+mj-lt"/>
              <a:buAutoNum type="arabicPeriod"/>
            </a:pPr>
            <a:r>
              <a:rPr lang="en-US" b="0" i="0" dirty="0">
                <a:effectLst/>
                <a:latin typeface="Helvetica Neue"/>
              </a:rPr>
              <a:t>Selecting the best </a:t>
            </a:r>
            <a:r>
              <a:rPr lang="en-US" b="0" i="0" dirty="0" err="1">
                <a:effectLst/>
                <a:latin typeface="Helvetica Neue"/>
              </a:rPr>
              <a:t>modEL</a:t>
            </a:r>
            <a:endParaRPr lang="en-US" b="0" i="0" dirty="0">
              <a:effectLst/>
              <a:latin typeface="Helvetica Neue"/>
            </a:endParaRPr>
          </a:p>
          <a:p>
            <a:pPr marL="0" indent="0">
              <a:buNone/>
            </a:pPr>
            <a:endParaRPr lang="en-IN" b="1" i="1" u="sng" dirty="0"/>
          </a:p>
        </p:txBody>
      </p:sp>
    </p:spTree>
    <p:extLst>
      <p:ext uri="{BB962C8B-B14F-4D97-AF65-F5344CB8AC3E}">
        <p14:creationId xmlns:p14="http://schemas.microsoft.com/office/powerpoint/2010/main" val="13167405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DA66C-6BED-4335-8F34-34AE8287FA56}"/>
              </a:ext>
            </a:extLst>
          </p:cNvPr>
          <p:cNvSpPr>
            <a:spLocks noGrp="1"/>
          </p:cNvSpPr>
          <p:nvPr>
            <p:ph type="title"/>
          </p:nvPr>
        </p:nvSpPr>
        <p:spPr/>
        <p:txBody>
          <a:bodyPr/>
          <a:lstStyle/>
          <a:p>
            <a:r>
              <a:rPr lang="en-US" dirty="0"/>
              <a:t>Data scrapping</a:t>
            </a:r>
            <a:br>
              <a:rPr lang="en-US" dirty="0"/>
            </a:br>
            <a:endParaRPr lang="en-IN" dirty="0"/>
          </a:p>
        </p:txBody>
      </p:sp>
      <p:sp>
        <p:nvSpPr>
          <p:cNvPr id="3" name="Content Placeholder 2">
            <a:extLst>
              <a:ext uri="{FF2B5EF4-FFF2-40B4-BE49-F238E27FC236}">
                <a16:creationId xmlns:a16="http://schemas.microsoft.com/office/drawing/2014/main" id="{C57F7D5A-15ED-4FA6-B3F3-F86A8BD501D4}"/>
              </a:ext>
            </a:extLst>
          </p:cNvPr>
          <p:cNvSpPr>
            <a:spLocks noGrp="1"/>
          </p:cNvSpPr>
          <p:nvPr>
            <p:ph idx="1"/>
          </p:nvPr>
        </p:nvSpPr>
        <p:spPr/>
        <p:txBody>
          <a:bodyPr/>
          <a:lstStyle/>
          <a:p>
            <a:pPr>
              <a:buFont typeface="Wingdings" panose="05000000000000000000" pitchFamily="2" charset="2"/>
              <a:buChar char="q"/>
            </a:pPr>
            <a:r>
              <a:rPr lang="en-US" dirty="0"/>
              <a:t>First we will scrap the data for model building , for that purpose import all the required libraries like:-</a:t>
            </a:r>
            <a:r>
              <a:rPr lang="en-US" dirty="0" err="1"/>
              <a:t>selenium,webdriver,pandas,time</a:t>
            </a:r>
            <a:r>
              <a:rPr lang="en-US" dirty="0"/>
              <a:t> etc.</a:t>
            </a:r>
          </a:p>
          <a:p>
            <a:pPr>
              <a:buFont typeface="Wingdings" panose="05000000000000000000" pitchFamily="2" charset="2"/>
              <a:buChar char="q"/>
            </a:pPr>
            <a:r>
              <a:rPr lang="en-US" dirty="0"/>
              <a:t>Then using driver import the chromedriver.exe and then import the webpage from where we have to scrap the data</a:t>
            </a:r>
          </a:p>
          <a:p>
            <a:pPr>
              <a:buFont typeface="Wingdings" panose="05000000000000000000" pitchFamily="2" charset="2"/>
              <a:buChar char="q"/>
            </a:pPr>
            <a:r>
              <a:rPr lang="en-US" dirty="0"/>
              <a:t>Then create some empty list to store the scrapped data</a:t>
            </a:r>
          </a:p>
          <a:p>
            <a:pPr>
              <a:buFont typeface="Wingdings" panose="05000000000000000000" pitchFamily="2" charset="2"/>
              <a:buChar char="q"/>
            </a:pPr>
            <a:r>
              <a:rPr lang="en-US" dirty="0" err="1"/>
              <a:t>Afte</a:t>
            </a:r>
            <a:r>
              <a:rPr lang="en-US" dirty="0"/>
              <a:t> this using </a:t>
            </a:r>
            <a:r>
              <a:rPr lang="en-US" dirty="0" err="1"/>
              <a:t>xpath</a:t>
            </a:r>
            <a:r>
              <a:rPr lang="en-US" dirty="0"/>
              <a:t> scrap all the </a:t>
            </a:r>
            <a:r>
              <a:rPr lang="en-US" dirty="0" err="1"/>
              <a:t>reuired</a:t>
            </a:r>
            <a:r>
              <a:rPr lang="en-US" dirty="0"/>
              <a:t> data and make data frame of it so that we can use that data frame for </a:t>
            </a:r>
            <a:r>
              <a:rPr lang="en-US"/>
              <a:t>model building</a:t>
            </a:r>
            <a:endParaRPr lang="en-IN" dirty="0"/>
          </a:p>
        </p:txBody>
      </p:sp>
    </p:spTree>
    <p:extLst>
      <p:ext uri="{BB962C8B-B14F-4D97-AF65-F5344CB8AC3E}">
        <p14:creationId xmlns:p14="http://schemas.microsoft.com/office/powerpoint/2010/main" val="195820308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6</TotalTime>
  <Words>486</Words>
  <Application>Microsoft Office PowerPoint</Application>
  <PresentationFormat>Widescreen</PresentationFormat>
  <Paragraphs>21</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Arial</vt:lpstr>
      <vt:lpstr>Century Gothic</vt:lpstr>
      <vt:lpstr>Helvetica Neue</vt:lpstr>
      <vt:lpstr>Wingdings</vt:lpstr>
      <vt:lpstr>Wingdings 3</vt:lpstr>
      <vt:lpstr>Ion</vt:lpstr>
      <vt:lpstr>Car price prediction project</vt:lpstr>
      <vt:lpstr>Data scrapping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 price prediction project</dc:title>
  <dc:creator>ankush5587@outlook.com</dc:creator>
  <cp:lastModifiedBy>ankush5587@outlook.com</cp:lastModifiedBy>
  <cp:revision>1</cp:revision>
  <dcterms:created xsi:type="dcterms:W3CDTF">2022-03-31T06:10:05Z</dcterms:created>
  <dcterms:modified xsi:type="dcterms:W3CDTF">2022-03-31T06:16:27Z</dcterms:modified>
</cp:coreProperties>
</file>